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3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A6EC2-B5B1-BFD0-9308-DCCD85654C55}" v="152" dt="2026-10-15T22:21:53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endParaRPr 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PEDRO DE OLIVEIRA RODRIGUES</a:t>
            </a:r>
          </a:p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RAFAEL YUDI TOKUNAGA</a:t>
            </a:r>
          </a:p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GUSTAVO LAMEIRAS</a:t>
            </a:r>
          </a:p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FELIPE SILVA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4426" y="5931073"/>
            <a:ext cx="34407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Acessibilidade, Deficiência Visual e Inclusão</a:t>
            </a:r>
            <a:endParaRPr lang="pt-BR" sz="1000" b="1" dirty="0">
              <a:solidFill>
                <a:srgbClr val="FF0000"/>
              </a:solidFill>
              <a:latin typeface="Verdana"/>
              <a:ea typeface="ＭＳ Ｐゴシック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,sans-serif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Calibri"/>
              </a:rPr>
              <a:t>Como o uso de leitores de tela e textos alternativos em sites e aplicativos móveis contribui para a inclusão digital de pessoas com deficiência visual?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O acesso a conteúdos digitais deve ser de livre acesso a todos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Analisar como o uso de leitores de tela e textos alternativos em sites e aplicativos móveis contribui para a inclusão digital de pessoas com deficiência visual.</a:t>
            </a:r>
            <a:endParaRPr lang="pt-B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400" dirty="0">
              <a:latin typeface="Verdana"/>
              <a:ea typeface="Verdana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Verdana"/>
                <a:ea typeface="Verdana"/>
                <a:cs typeface="Calibri"/>
              </a:rPr>
              <a:t>Identificar os principais recursos de acessibilidade utilizados por pessoas com deficiência visual em ambientes digitais.</a:t>
            </a:r>
            <a:endParaRPr lang="pt-BR" dirty="0">
              <a:latin typeface="Verdana"/>
              <a:ea typeface="Verdana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Verdana"/>
                <a:ea typeface="Verdana"/>
                <a:cs typeface="Calibri"/>
              </a:rPr>
              <a:t>Descrever o funcionamento dos leitores de tela e dos textos alternativos em sites e aplicativos móveis.</a:t>
            </a:r>
            <a:endParaRPr lang="pt-BR" dirty="0">
              <a:latin typeface="Verdana"/>
              <a:ea typeface="Verdana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Verdana"/>
                <a:ea typeface="Verdana"/>
                <a:cs typeface="Calibri"/>
              </a:rPr>
              <a:t>Discutir a importância desses recursos para a promoção da inclusão digital e da autonomia dos usuários com deficiência visual.</a:t>
            </a:r>
            <a:endParaRPr lang="pt-BR" dirty="0">
              <a:latin typeface="Verdana"/>
              <a:ea typeface="Verdana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Verdana"/>
                <a:ea typeface="Verdana"/>
                <a:cs typeface="Calibri"/>
              </a:rPr>
              <a:t>Sintetizar as contribuições da literatura científica sobre acessibilidade digital para pessoas com deficiência visual.</a:t>
            </a:r>
            <a:endParaRPr lang="pt-BR" dirty="0">
              <a:latin typeface="Verdana"/>
              <a:ea typeface="Verdana"/>
              <a:cs typeface="Calibri"/>
            </a:endParaRPr>
          </a:p>
          <a:p>
            <a:pPr marL="171450" indent="-171450"/>
            <a:endParaRPr lang="pt-BR" sz="1400" dirty="0">
              <a:latin typeface="Verdana"/>
              <a:ea typeface="Verdana"/>
              <a:cs typeface="Calibri"/>
            </a:endParaRPr>
          </a:p>
          <a:p>
            <a:pPr marL="171450" indent="-1714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/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6" y="777875"/>
            <a:ext cx="561332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Borges e Mendes (2024)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rtl="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Artigo: </a:t>
            </a:r>
            <a:r>
              <a:rPr lang="pt-BR" sz="1400" i="1" dirty="0">
                <a:latin typeface="Verdana" panose="020B0604030504040204" pitchFamily="34" charset="0"/>
                <a:ea typeface="Verdana" panose="020B0604030504040204" pitchFamily="34" charset="0"/>
              </a:rPr>
              <a:t>Tecnologia assistiva e baixa visão: apps e recursos de acessibilidade em dispositivos móveis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rtl="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Passagem: os participantes “relataram usar 50 aplicativos” e nove recursos de acessibilidade</a:t>
            </a:r>
          </a:p>
          <a:p>
            <a:pPr marL="342900" lvl="0" indent="-342900" rtl="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Passagem: aplicativos e recursos eram usados de forma combinada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Moriyama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Michaloski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e Retorta (2025)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Artigo: </a:t>
            </a:r>
            <a:r>
              <a:rPr lang="pt-BR" sz="1400" i="1" dirty="0">
                <a:latin typeface="Verdana" panose="020B0604030504040204" pitchFamily="34" charset="0"/>
                <a:ea typeface="Verdana" panose="020B0604030504040204" pitchFamily="34" charset="0"/>
              </a:rPr>
              <a:t>Desafios e possibilidades na produção e disponibilização de textos digitais acessíveis para estudantes com deficiência visual no Ensino Superior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Passagem: “a rotatividade de pessoal na adaptação de materiais aparece como um desafio central” (p. 79)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Passagem: dois dos cinco alunos já tinham mudado de curso por barreiras de acessibilidade (p. 93)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Sousa et al. (2026)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Artigo: </a:t>
            </a:r>
            <a:r>
              <a:rPr lang="pt-BR" sz="1400" i="1" dirty="0">
                <a:latin typeface="Verdana" panose="020B0604030504040204" pitchFamily="34" charset="0"/>
                <a:ea typeface="Verdana" panose="020B0604030504040204" pitchFamily="34" charset="0"/>
              </a:rPr>
              <a:t>Ferramentas de acessibilidade web para pessoas com deficiência visual: uma revisão integrativa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Passagem: as diretrizes WCAG “muitas vezes são aplicadas de forma superficial ou automatizadas” (p. 19)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Relevância da pesquisa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Mostra que leitores de tela e textos acessíveis dependem de pessoas, de processos e de boa aplicação das diretrizes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Contribui para a inclusão digital no acesso à informação, à educação e a serviços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Aponta lacunas: baixa visão no Ensino Superior e pouco estudo sobre textos alternativos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Proposição de outros estudos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Pesquisar estudantes com baixa visão no Ensino Superior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Avaliar aplicativos com instrumentos adaptados à baixa visão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Medir o efeito dos textos alternativos em sites e aplicativos móveis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Incluir os usuários na avaliação da acessibilidade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9728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01" y="1600203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alt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BORGES, Wanessa Ferreira; MENDES,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Eniceia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Gonçalves. Tecnologia assistiva e baixa visão: apps e recursos de acessibilidade em dispositivos móveis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. Cadernos Brasileiros de Terapia Ocupacional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São Carlos, v. 32, e3746, 2024.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MORIYAMA, Adriana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Kiomi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Michina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; MICHALOSKI, Ariel Orlei; RETORTA, Miriam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Sester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. Desafios e possibilidades na produção e disponibilização de textos digitais acessíveis para estudantes com deficiência visual no Ensino Superior.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Informação &amp; Informação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Londrina, v. 30, n. 2, p. 79-105, abr./jun. 2025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SOUSA, Antônio </a:t>
            </a:r>
            <a:r>
              <a:rPr lang="pt-BR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Willas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 Sales; CHAVES, Maria Auxiliadora de Oliveira; OLIVEIRA, Adonias Caetano de; LIMA, Marcos Vinicius de Andrade; MARTINS JUNIOR, Francisco Luciano Castro. Ferramentas de acessibilidade web para pessoas com deficiência visual: uma revisão integrativa.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</a:rPr>
              <a:t>Revista Principia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, João Pessoa, v. 63, e9079,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OBRIGADO PELA ATENÇÃO!</a:t>
            </a:r>
          </a:p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“A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educação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é a arma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mais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poderosa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que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você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pode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usar para mudar o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mundo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”</a:t>
            </a:r>
          </a:p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-Nelson Mandela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640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Verdana</vt:lpstr>
      <vt:lpstr>Wingdings</vt:lpstr>
      <vt:lpstr>Wingdings,sans-serif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Rafael Yudi</cp:lastModifiedBy>
  <cp:revision>67</cp:revision>
  <dcterms:created xsi:type="dcterms:W3CDTF">2021-05-14T17:32:15Z</dcterms:created>
  <dcterms:modified xsi:type="dcterms:W3CDTF">2026-10-15T23:48:45Z</dcterms:modified>
</cp:coreProperties>
</file>